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Measurements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Generate IMU data for EKF testing</a:t>
            </a:r>
          </a:p>
          <a:p>
            <a:r>
              <a:t>Process:</a:t>
            </a:r>
          </a:p>
          <a:p>
            <a:r>
              <a:t>- Use real flight data</a:t>
            </a:r>
          </a:p>
          <a:p>
            <a:r>
              <a:t>- Generate truth IMU</a:t>
            </a:r>
          </a:p>
          <a:p>
            <a:r>
              <a:t>- Inject sensor errors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OpenSky flight trajectories</a:t>
            </a:r>
          </a:p>
          <a:p>
            <a:r>
              <a:t>Sampled at 0.1 Hz</a:t>
            </a:r>
          </a:p>
          <a:p>
            <a:r>
              <a:t>Includes:</a:t>
            </a:r>
          </a:p>
          <a:p>
            <a:r>
              <a:t>- Time</a:t>
            </a:r>
          </a:p>
          <a:p>
            <a:r>
              <a:t>- Lat/Lon</a:t>
            </a:r>
          </a:p>
          <a:p>
            <a:r>
              <a:t>- Speed</a:t>
            </a:r>
          </a:p>
          <a:p>
            <a:r>
              <a:t>- Heading</a:t>
            </a:r>
          </a:p>
          <a:p>
            <a:r>
              <a:t>- Vertical rate</a:t>
            </a:r>
          </a:p>
          <a:p>
            <a:r>
              <a:t>- Altitude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Filtered non-flight data</a:t>
            </a:r>
          </a:p>
          <a:p>
            <a:r>
              <a:t>Removed incomplete flights</a:t>
            </a:r>
          </a:p>
          <a:p>
            <a:r>
              <a:t>Kept continuous trajectories only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Upsampled to 10 Hz</a:t>
            </a:r>
          </a:p>
          <a:p>
            <a:r>
              <a:t>Used PCHIP interpolation</a:t>
            </a:r>
          </a:p>
          <a:p>
            <a:r>
              <a:t>Reason:</a:t>
            </a:r>
          </a:p>
          <a:p>
            <a:r>
              <a:t>- Avoid oscillations</a:t>
            </a:r>
          </a:p>
          <a:p>
            <a:r>
              <a:t>- Preserve smooth trajectory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NED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velocity to NED frame</a:t>
            </a:r>
          </a:p>
          <a:p>
            <a:r>
              <a:t>VN = Vh cos(psi)</a:t>
            </a:r>
          </a:p>
          <a:p>
            <a:r>
              <a:t>VE = Vh sin(psi)</a:t>
            </a:r>
          </a:p>
          <a:p>
            <a:r>
              <a:t>VD = -V_vertical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Acceleration (Truth)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Computed via numerical gradient</a:t>
            </a:r>
          </a:p>
          <a:p>
            <a:r>
              <a:t>an = dVn/dt</a:t>
            </a:r>
          </a:p>
          <a:p>
            <a:r>
              <a:t>Represents true acceleration in NED frame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Euler Angles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Yaw = heading</a:t>
            </a:r>
          </a:p>
          <a:p>
            <a:r>
              <a:t>Pitch = flight path angle</a:t>
            </a:r>
          </a:p>
          <a:p>
            <a:r>
              <a:t>Roll = coordinated turn assumption</a:t>
            </a:r>
          </a:p>
          <a:p>
            <a:r>
              <a:t>Rates computed via gradient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Gyroscope Measurements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rates [p q r] computed from Euler angle rates</a:t>
            </a:r>
          </a:p>
          <a:p>
            <a:r>
              <a:t>Using standard transformation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Specific Force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f_nav = a_nav - g</a:t>
            </a:r>
          </a:p>
          <a:p>
            <a:r>
              <a:t>Converted to body frame using 3-2-1 DCM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acceleration</a:t>
            </a:r>
          </a:p>
          <a:p>
            <a:r>
              <a:t>Compared velocity to original trajectory</a:t>
            </a:r>
          </a:p>
          <a:p>
            <a:r>
              <a:t>Confirmed consistency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Injection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Added IMU errors:</a:t>
            </a:r>
          </a:p>
          <a:p>
            <a:r>
              <a:t>- Bias</a:t>
            </a:r>
          </a:p>
          <a:p>
            <a:r>
              <a:t>- Cross-axis sensitivity</a:t>
            </a:r>
          </a:p>
          <a:p>
            <a:r>
              <a:t>- Noise</a:t>
            </a:r>
          </a:p>
          <a:p>
            <a:r>
              <a:t>No temperature modeling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Body-frame specific force</a:t>
            </a:r>
          </a:p>
          <a:p>
            <a:r>
              <a:t>Body-frame angular rates</a:t>
            </a:r>
          </a:p>
          <a:p>
            <a:r>
              <a:t>Includes injected errors</a:t>
            </a:r>
          </a:p>
          <a:p>
            <a:r>
              <a:t>All at 10 Hz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